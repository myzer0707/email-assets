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43800" cy="10693400"/>
  <p:notesSz cx="6858000" cy="9144000"/>
  <p:embeddedFontLst>
    <p:embeddedFont>
      <p:font typeface="Soleto Bold" charset="1" panose="020B0706020203030204"/>
      <p:regular r:id="rId7"/>
    </p:embeddedFont>
    <p:embeddedFont>
      <p:font typeface="Soleto" charset="1" panose="020B0606020203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829373" y="1491886"/>
            <a:ext cx="1921381" cy="1423988"/>
            <a:chOff x="0" y="0"/>
            <a:chExt cx="6511709" cy="482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2130298" cy="12700"/>
            </a:xfrm>
            <a:custGeom>
              <a:avLst/>
              <a:gdLst/>
              <a:ahLst/>
              <a:cxnLst/>
              <a:rect r="r" b="b" t="t" l="l"/>
              <a:pathLst>
                <a:path h="12700" w="2130298">
                  <a:moveTo>
                    <a:pt x="0" y="0"/>
                  </a:moveTo>
                  <a:lnTo>
                    <a:pt x="2130298" y="0"/>
                  </a:lnTo>
                  <a:lnTo>
                    <a:pt x="21302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6200"/>
              <a:ext cx="12700" cy="287909"/>
            </a:xfrm>
            <a:custGeom>
              <a:avLst/>
              <a:gdLst/>
              <a:ahLst/>
              <a:cxnLst/>
              <a:rect r="r" b="b" t="t" l="l"/>
              <a:pathLst>
                <a:path h="287909" w="12700">
                  <a:moveTo>
                    <a:pt x="0" y="28790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8790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193798" y="63500"/>
              <a:ext cx="2124075" cy="12700"/>
            </a:xfrm>
            <a:custGeom>
              <a:avLst/>
              <a:gdLst/>
              <a:ahLst/>
              <a:cxnLst/>
              <a:rect r="r" b="b" t="t" l="l"/>
              <a:pathLst>
                <a:path h="12700" w="2124075">
                  <a:moveTo>
                    <a:pt x="0" y="0"/>
                  </a:moveTo>
                  <a:lnTo>
                    <a:pt x="2124075" y="0"/>
                  </a:lnTo>
                  <a:lnTo>
                    <a:pt x="212407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364109"/>
              <a:ext cx="12700" cy="2052066"/>
            </a:xfrm>
            <a:custGeom>
              <a:avLst/>
              <a:gdLst/>
              <a:ahLst/>
              <a:cxnLst/>
              <a:rect r="r" b="b" t="t" l="l"/>
              <a:pathLst>
                <a:path h="2052066" w="12700">
                  <a:moveTo>
                    <a:pt x="0" y="2052066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0520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435471" y="364109"/>
              <a:ext cx="12700" cy="2052066"/>
            </a:xfrm>
            <a:custGeom>
              <a:avLst/>
              <a:gdLst/>
              <a:ahLst/>
              <a:cxnLst/>
              <a:rect r="r" b="b" t="t" l="l"/>
              <a:pathLst>
                <a:path h="2052066" w="12700">
                  <a:moveTo>
                    <a:pt x="0" y="2052066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0520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2416175"/>
              <a:ext cx="12700" cy="2333625"/>
            </a:xfrm>
            <a:custGeom>
              <a:avLst/>
              <a:gdLst/>
              <a:ahLst/>
              <a:cxnLst/>
              <a:rect r="r" b="b" t="t" l="l"/>
              <a:pathLst>
                <a:path h="2333625" w="12700">
                  <a:moveTo>
                    <a:pt x="0" y="2333625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333625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435471" y="2416175"/>
              <a:ext cx="12700" cy="2333625"/>
            </a:xfrm>
            <a:custGeom>
              <a:avLst/>
              <a:gdLst/>
              <a:ahLst/>
              <a:cxnLst/>
              <a:rect r="r" b="b" t="t" l="l"/>
              <a:pathLst>
                <a:path h="2333625" w="12700">
                  <a:moveTo>
                    <a:pt x="0" y="2333625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333625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4749800"/>
              <a:ext cx="2130298" cy="12700"/>
            </a:xfrm>
            <a:custGeom>
              <a:avLst/>
              <a:gdLst/>
              <a:ahLst/>
              <a:cxnLst/>
              <a:rect r="r" b="b" t="t" l="l"/>
              <a:pathLst>
                <a:path h="12700" w="2130298">
                  <a:moveTo>
                    <a:pt x="0" y="0"/>
                  </a:moveTo>
                  <a:lnTo>
                    <a:pt x="2130298" y="0"/>
                  </a:lnTo>
                  <a:lnTo>
                    <a:pt x="21302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193798" y="4749800"/>
              <a:ext cx="2124075" cy="12700"/>
            </a:xfrm>
            <a:custGeom>
              <a:avLst/>
              <a:gdLst/>
              <a:ahLst/>
              <a:cxnLst/>
              <a:rect r="r" b="b" t="t" l="l"/>
              <a:pathLst>
                <a:path h="12700" w="2124075">
                  <a:moveTo>
                    <a:pt x="0" y="0"/>
                  </a:moveTo>
                  <a:lnTo>
                    <a:pt x="2124075" y="0"/>
                  </a:lnTo>
                  <a:lnTo>
                    <a:pt x="212407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317873" y="4749800"/>
              <a:ext cx="1431798" cy="12700"/>
            </a:xfrm>
            <a:custGeom>
              <a:avLst/>
              <a:gdLst/>
              <a:ahLst/>
              <a:cxnLst/>
              <a:rect r="r" b="b" t="t" l="l"/>
              <a:pathLst>
                <a:path h="12700" w="1431798">
                  <a:moveTo>
                    <a:pt x="0" y="0"/>
                  </a:moveTo>
                  <a:lnTo>
                    <a:pt x="1431798" y="0"/>
                  </a:lnTo>
                  <a:lnTo>
                    <a:pt x="14317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749671" y="4749800"/>
              <a:ext cx="698627" cy="12700"/>
            </a:xfrm>
            <a:custGeom>
              <a:avLst/>
              <a:gdLst/>
              <a:ahLst/>
              <a:cxnLst/>
              <a:rect r="r" b="b" t="t" l="l"/>
              <a:pathLst>
                <a:path h="12700" w="698627">
                  <a:moveTo>
                    <a:pt x="0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317873" y="63500"/>
              <a:ext cx="1431798" cy="12700"/>
            </a:xfrm>
            <a:custGeom>
              <a:avLst/>
              <a:gdLst/>
              <a:ahLst/>
              <a:cxnLst/>
              <a:rect r="r" b="b" t="t" l="l"/>
              <a:pathLst>
                <a:path h="12700" w="1431798">
                  <a:moveTo>
                    <a:pt x="0" y="0"/>
                  </a:moveTo>
                  <a:lnTo>
                    <a:pt x="1431798" y="0"/>
                  </a:lnTo>
                  <a:lnTo>
                    <a:pt x="14317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749671" y="63500"/>
              <a:ext cx="698627" cy="12700"/>
            </a:xfrm>
            <a:custGeom>
              <a:avLst/>
              <a:gdLst/>
              <a:ahLst/>
              <a:cxnLst/>
              <a:rect r="r" b="b" t="t" l="l"/>
              <a:pathLst>
                <a:path h="12700" w="698627">
                  <a:moveTo>
                    <a:pt x="0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435471" y="76200"/>
              <a:ext cx="12700" cy="287909"/>
            </a:xfrm>
            <a:custGeom>
              <a:avLst/>
              <a:gdLst/>
              <a:ahLst/>
              <a:cxnLst/>
              <a:rect r="r" b="b" t="t" l="l"/>
              <a:pathLst>
                <a:path h="287909" w="12700">
                  <a:moveTo>
                    <a:pt x="0" y="28790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87909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sp>
        <p:nvSpPr>
          <p:cNvPr name="AutoShape 17" id="17"/>
          <p:cNvSpPr/>
          <p:nvPr/>
        </p:nvSpPr>
        <p:spPr>
          <a:xfrm>
            <a:off x="422939" y="2996836"/>
            <a:ext cx="6724417" cy="19050"/>
          </a:xfrm>
          <a:prstGeom prst="line">
            <a:avLst/>
          </a:prstGeom>
          <a:ln cap="flat" w="9525">
            <a:solidFill>
              <a:srgbClr val="A0A0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4994155" y="3318464"/>
            <a:ext cx="2125585" cy="1247381"/>
            <a:chOff x="0" y="0"/>
            <a:chExt cx="762435" cy="4474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435" cy="447428"/>
            </a:xfrm>
            <a:custGeom>
              <a:avLst/>
              <a:gdLst/>
              <a:ahLst/>
              <a:cxnLst/>
              <a:rect r="r" b="b" t="t" l="l"/>
              <a:pathLst>
                <a:path h="447428" w="762435">
                  <a:moveTo>
                    <a:pt x="0" y="0"/>
                  </a:moveTo>
                  <a:lnTo>
                    <a:pt x="762435" y="0"/>
                  </a:lnTo>
                  <a:lnTo>
                    <a:pt x="762435" y="447428"/>
                  </a:lnTo>
                  <a:lnTo>
                    <a:pt x="0" y="447428"/>
                  </a:lnTo>
                  <a:close/>
                </a:path>
              </a:pathLst>
            </a:custGeom>
            <a:solidFill>
              <a:srgbClr val="F3F3F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62435" cy="447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396855" y="10171086"/>
            <a:ext cx="6760030" cy="0"/>
          </a:xfrm>
          <a:prstGeom prst="line">
            <a:avLst/>
          </a:prstGeom>
          <a:ln cap="flat" w="9525">
            <a:solidFill>
              <a:srgbClr val="A0A0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414858" y="4775218"/>
            <a:ext cx="6724417" cy="4762"/>
          </a:xfrm>
          <a:prstGeom prst="line">
            <a:avLst/>
          </a:prstGeom>
          <a:ln cap="flat" w="9525">
            <a:solidFill>
              <a:srgbClr val="A0A0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405133" y="6551630"/>
            <a:ext cx="6724417" cy="4762"/>
          </a:xfrm>
          <a:prstGeom prst="line">
            <a:avLst/>
          </a:prstGeom>
          <a:ln cap="flat" w="9525">
            <a:solidFill>
              <a:srgbClr val="A0A0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423943" y="8328043"/>
            <a:ext cx="6724417" cy="4762"/>
          </a:xfrm>
          <a:prstGeom prst="line">
            <a:avLst/>
          </a:prstGeom>
          <a:ln cap="flat" w="9525">
            <a:solidFill>
              <a:srgbClr val="A0A0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4993151" y="1544559"/>
            <a:ext cx="2146124" cy="1252252"/>
            <a:chOff x="0" y="0"/>
            <a:chExt cx="769802" cy="4491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9802" cy="449175"/>
            </a:xfrm>
            <a:custGeom>
              <a:avLst/>
              <a:gdLst/>
              <a:ahLst/>
              <a:cxnLst/>
              <a:rect r="r" b="b" t="t" l="l"/>
              <a:pathLst>
                <a:path h="449175" w="769802">
                  <a:moveTo>
                    <a:pt x="0" y="0"/>
                  </a:moveTo>
                  <a:lnTo>
                    <a:pt x="769802" y="0"/>
                  </a:lnTo>
                  <a:lnTo>
                    <a:pt x="769802" y="449175"/>
                  </a:lnTo>
                  <a:lnTo>
                    <a:pt x="0" y="449175"/>
                  </a:lnTo>
                  <a:close/>
                </a:path>
              </a:pathLst>
            </a:custGeom>
            <a:solidFill>
              <a:srgbClr val="F3F3F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69802" cy="449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994155" y="5099068"/>
            <a:ext cx="2125585" cy="1252252"/>
            <a:chOff x="0" y="0"/>
            <a:chExt cx="762435" cy="4491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2435" cy="449175"/>
            </a:xfrm>
            <a:custGeom>
              <a:avLst/>
              <a:gdLst/>
              <a:ahLst/>
              <a:cxnLst/>
              <a:rect r="r" b="b" t="t" l="l"/>
              <a:pathLst>
                <a:path h="449175" w="762435">
                  <a:moveTo>
                    <a:pt x="0" y="0"/>
                  </a:moveTo>
                  <a:lnTo>
                    <a:pt x="762435" y="0"/>
                  </a:lnTo>
                  <a:lnTo>
                    <a:pt x="762435" y="449175"/>
                  </a:lnTo>
                  <a:lnTo>
                    <a:pt x="0" y="449175"/>
                  </a:lnTo>
                  <a:close/>
                </a:path>
              </a:pathLst>
            </a:custGeom>
            <a:solidFill>
              <a:srgbClr val="F3F3F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62435" cy="449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994155" y="6825188"/>
            <a:ext cx="2125585" cy="1247204"/>
            <a:chOff x="0" y="0"/>
            <a:chExt cx="762435" cy="44736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2435" cy="447365"/>
            </a:xfrm>
            <a:custGeom>
              <a:avLst/>
              <a:gdLst/>
              <a:ahLst/>
              <a:cxnLst/>
              <a:rect r="r" b="b" t="t" l="l"/>
              <a:pathLst>
                <a:path h="447365" w="762435">
                  <a:moveTo>
                    <a:pt x="0" y="0"/>
                  </a:moveTo>
                  <a:lnTo>
                    <a:pt x="762435" y="0"/>
                  </a:lnTo>
                  <a:lnTo>
                    <a:pt x="762435" y="447365"/>
                  </a:lnTo>
                  <a:lnTo>
                    <a:pt x="0" y="447365"/>
                  </a:lnTo>
                  <a:close/>
                </a:path>
              </a:pathLst>
            </a:custGeom>
            <a:solidFill>
              <a:srgbClr val="F3F3F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762435" cy="447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994155" y="8665609"/>
            <a:ext cx="2125585" cy="1252252"/>
            <a:chOff x="0" y="0"/>
            <a:chExt cx="762435" cy="4491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2435" cy="449175"/>
            </a:xfrm>
            <a:custGeom>
              <a:avLst/>
              <a:gdLst/>
              <a:ahLst/>
              <a:cxnLst/>
              <a:rect r="r" b="b" t="t" l="l"/>
              <a:pathLst>
                <a:path h="449175" w="762435">
                  <a:moveTo>
                    <a:pt x="0" y="0"/>
                  </a:moveTo>
                  <a:lnTo>
                    <a:pt x="762435" y="0"/>
                  </a:lnTo>
                  <a:lnTo>
                    <a:pt x="762435" y="449175"/>
                  </a:lnTo>
                  <a:lnTo>
                    <a:pt x="0" y="449175"/>
                  </a:lnTo>
                  <a:close/>
                </a:path>
              </a:pathLst>
            </a:custGeom>
            <a:solidFill>
              <a:srgbClr val="F3F3F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762435" cy="449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05137" y="3073036"/>
            <a:ext cx="1398370" cy="209550"/>
            <a:chOff x="0" y="0"/>
            <a:chExt cx="1864494" cy="279400"/>
          </a:xfrm>
        </p:grpSpPr>
        <p:sp>
          <p:nvSpPr>
            <p:cNvPr name="AutoShape 38" id="38"/>
            <p:cNvSpPr/>
            <p:nvPr/>
          </p:nvSpPr>
          <p:spPr>
            <a:xfrm>
              <a:off x="0" y="158750"/>
              <a:ext cx="504021" cy="0"/>
            </a:xfrm>
            <a:prstGeom prst="line">
              <a:avLst/>
            </a:prstGeom>
            <a:ln cap="flat" w="25400">
              <a:solidFill>
                <a:srgbClr val="EB5D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9" id="39"/>
            <p:cNvSpPr txBox="true"/>
            <p:nvPr/>
          </p:nvSpPr>
          <p:spPr>
            <a:xfrm rot="0">
              <a:off x="598509" y="9525"/>
              <a:ext cx="1265985" cy="26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000000"/>
                  </a:solidFill>
                  <a:latin typeface="Soleto Bold"/>
                  <a:ea typeface="Soleto Bold"/>
                  <a:cs typeface="Soleto Bold"/>
                  <a:sym typeface="Soleto Bold"/>
                </a:rPr>
                <a:t>Seria 20  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405137" y="4951430"/>
            <a:ext cx="378016" cy="0"/>
          </a:xfrm>
          <a:prstGeom prst="line">
            <a:avLst/>
          </a:prstGeom>
          <a:ln cap="flat" w="19050">
            <a:solidFill>
              <a:srgbClr val="EB5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854018" y="4841893"/>
            <a:ext cx="94948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000000"/>
                </a:solidFill>
                <a:latin typeface="Soleto Bold"/>
                <a:ea typeface="Soleto Bold"/>
                <a:cs typeface="Soleto Bold"/>
                <a:sym typeface="Soleto Bold"/>
              </a:rPr>
              <a:t>Seria 20  </a:t>
            </a:r>
          </a:p>
        </p:txBody>
      </p:sp>
      <p:sp>
        <p:nvSpPr>
          <p:cNvPr name="AutoShape 42" id="42"/>
          <p:cNvSpPr/>
          <p:nvPr/>
        </p:nvSpPr>
        <p:spPr>
          <a:xfrm>
            <a:off x="405137" y="6727843"/>
            <a:ext cx="378016" cy="0"/>
          </a:xfrm>
          <a:prstGeom prst="line">
            <a:avLst/>
          </a:prstGeom>
          <a:ln cap="flat" w="19050">
            <a:solidFill>
              <a:srgbClr val="EB5D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854018" y="6618305"/>
            <a:ext cx="94948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000000"/>
                </a:solidFill>
                <a:latin typeface="Soleto Bold"/>
                <a:ea typeface="Soleto Bold"/>
                <a:cs typeface="Soleto Bold"/>
                <a:sym typeface="Soleto Bold"/>
              </a:rPr>
              <a:t>Seria 30  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5315800" y="1634443"/>
            <a:ext cx="1510916" cy="1026109"/>
          </a:xfrm>
          <a:custGeom>
            <a:avLst/>
            <a:gdLst/>
            <a:ahLst/>
            <a:cxnLst/>
            <a:rect r="r" b="b" t="t" l="l"/>
            <a:pathLst>
              <a:path h="1026109" w="1510916">
                <a:moveTo>
                  <a:pt x="0" y="0"/>
                </a:moveTo>
                <a:lnTo>
                  <a:pt x="1510916" y="0"/>
                </a:lnTo>
                <a:lnTo>
                  <a:pt x="1510916" y="1026109"/>
                </a:lnTo>
                <a:lnTo>
                  <a:pt x="0" y="102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64" t="-44564" r="-8011" b="-30034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5256942" y="3375384"/>
            <a:ext cx="1608820" cy="1128669"/>
          </a:xfrm>
          <a:custGeom>
            <a:avLst/>
            <a:gdLst/>
            <a:ahLst/>
            <a:cxnLst/>
            <a:rect r="r" b="b" t="t" l="l"/>
            <a:pathLst>
              <a:path h="1128669" w="1608820">
                <a:moveTo>
                  <a:pt x="0" y="0"/>
                </a:moveTo>
                <a:lnTo>
                  <a:pt x="1608821" y="0"/>
                </a:lnTo>
                <a:lnTo>
                  <a:pt x="1608821" y="1128670"/>
                </a:lnTo>
                <a:lnTo>
                  <a:pt x="0" y="1128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39" t="-43188" r="-14760" b="-33134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256942" y="5220128"/>
            <a:ext cx="1608128" cy="995558"/>
          </a:xfrm>
          <a:custGeom>
            <a:avLst/>
            <a:gdLst/>
            <a:ahLst/>
            <a:cxnLst/>
            <a:rect r="r" b="b" t="t" l="l"/>
            <a:pathLst>
              <a:path h="995558" w="1608128">
                <a:moveTo>
                  <a:pt x="0" y="0"/>
                </a:moveTo>
                <a:lnTo>
                  <a:pt x="1608129" y="0"/>
                </a:lnTo>
                <a:lnTo>
                  <a:pt x="1608129" y="995558"/>
                </a:lnTo>
                <a:lnTo>
                  <a:pt x="0" y="99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782" t="-55361" r="-13847" b="-49184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5315800" y="6961205"/>
            <a:ext cx="1488732" cy="1003121"/>
          </a:xfrm>
          <a:custGeom>
            <a:avLst/>
            <a:gdLst/>
            <a:ahLst/>
            <a:cxnLst/>
            <a:rect r="r" b="b" t="t" l="l"/>
            <a:pathLst>
              <a:path h="1003121" w="1488732">
                <a:moveTo>
                  <a:pt x="0" y="0"/>
                </a:moveTo>
                <a:lnTo>
                  <a:pt x="1488732" y="0"/>
                </a:lnTo>
                <a:lnTo>
                  <a:pt x="1488732" y="1003122"/>
                </a:lnTo>
                <a:lnTo>
                  <a:pt x="0" y="1003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128" t="-55721" r="-19720" b="-50344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4074241" y="1272811"/>
            <a:ext cx="30455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spc="24">
                <a:solidFill>
                  <a:srgbClr val="EB5D30"/>
                </a:solidFill>
                <a:latin typeface="Soleto Bold"/>
                <a:ea typeface="Soleto Bold"/>
                <a:cs typeface="Soleto Bold"/>
                <a:sym typeface="Soleto Bold"/>
              </a:rPr>
              <a:t>Profil 20x20 mm, 2H, ciężki, zaokrąglony</a:t>
            </a:r>
          </a:p>
        </p:txBody>
      </p:sp>
      <p:grpSp>
        <p:nvGrpSpPr>
          <p:cNvPr name="Group 49" id="49"/>
          <p:cNvGrpSpPr>
            <a:grpSpLocks noChangeAspect="true"/>
          </p:cNvGrpSpPr>
          <p:nvPr/>
        </p:nvGrpSpPr>
        <p:grpSpPr>
          <a:xfrm rot="0">
            <a:off x="2834742" y="3260743"/>
            <a:ext cx="1921381" cy="1423988"/>
            <a:chOff x="0" y="0"/>
            <a:chExt cx="6511709" cy="4826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63500" y="63500"/>
              <a:ext cx="2130298" cy="12700"/>
            </a:xfrm>
            <a:custGeom>
              <a:avLst/>
              <a:gdLst/>
              <a:ahLst/>
              <a:cxnLst/>
              <a:rect r="r" b="b" t="t" l="l"/>
              <a:pathLst>
                <a:path h="12700" w="2130298">
                  <a:moveTo>
                    <a:pt x="0" y="0"/>
                  </a:moveTo>
                  <a:lnTo>
                    <a:pt x="2130298" y="0"/>
                  </a:lnTo>
                  <a:lnTo>
                    <a:pt x="21302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63500" y="76200"/>
              <a:ext cx="12700" cy="287909"/>
            </a:xfrm>
            <a:custGeom>
              <a:avLst/>
              <a:gdLst/>
              <a:ahLst/>
              <a:cxnLst/>
              <a:rect r="r" b="b" t="t" l="l"/>
              <a:pathLst>
                <a:path h="287909" w="12700">
                  <a:moveTo>
                    <a:pt x="0" y="28790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8790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193798" y="63500"/>
              <a:ext cx="2124075" cy="12700"/>
            </a:xfrm>
            <a:custGeom>
              <a:avLst/>
              <a:gdLst/>
              <a:ahLst/>
              <a:cxnLst/>
              <a:rect r="r" b="b" t="t" l="l"/>
              <a:pathLst>
                <a:path h="12700" w="2124075">
                  <a:moveTo>
                    <a:pt x="0" y="0"/>
                  </a:moveTo>
                  <a:lnTo>
                    <a:pt x="2124075" y="0"/>
                  </a:lnTo>
                  <a:lnTo>
                    <a:pt x="212407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63500" y="364109"/>
              <a:ext cx="12700" cy="2052066"/>
            </a:xfrm>
            <a:custGeom>
              <a:avLst/>
              <a:gdLst/>
              <a:ahLst/>
              <a:cxnLst/>
              <a:rect r="r" b="b" t="t" l="l"/>
              <a:pathLst>
                <a:path h="2052066" w="12700">
                  <a:moveTo>
                    <a:pt x="0" y="2052066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0520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6435471" y="364109"/>
              <a:ext cx="12700" cy="2052066"/>
            </a:xfrm>
            <a:custGeom>
              <a:avLst/>
              <a:gdLst/>
              <a:ahLst/>
              <a:cxnLst/>
              <a:rect r="r" b="b" t="t" l="l"/>
              <a:pathLst>
                <a:path h="2052066" w="12700">
                  <a:moveTo>
                    <a:pt x="0" y="2052066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0520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63500" y="2416175"/>
              <a:ext cx="12700" cy="2333625"/>
            </a:xfrm>
            <a:custGeom>
              <a:avLst/>
              <a:gdLst/>
              <a:ahLst/>
              <a:cxnLst/>
              <a:rect r="r" b="b" t="t" l="l"/>
              <a:pathLst>
                <a:path h="2333625" w="12700">
                  <a:moveTo>
                    <a:pt x="0" y="2333625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333625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6435471" y="2416175"/>
              <a:ext cx="12700" cy="2333625"/>
            </a:xfrm>
            <a:custGeom>
              <a:avLst/>
              <a:gdLst/>
              <a:ahLst/>
              <a:cxnLst/>
              <a:rect r="r" b="b" t="t" l="l"/>
              <a:pathLst>
                <a:path h="2333625" w="12700">
                  <a:moveTo>
                    <a:pt x="0" y="2333625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333625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63500" y="4749800"/>
              <a:ext cx="2130298" cy="12700"/>
            </a:xfrm>
            <a:custGeom>
              <a:avLst/>
              <a:gdLst/>
              <a:ahLst/>
              <a:cxnLst/>
              <a:rect r="r" b="b" t="t" l="l"/>
              <a:pathLst>
                <a:path h="12700" w="2130298">
                  <a:moveTo>
                    <a:pt x="0" y="0"/>
                  </a:moveTo>
                  <a:lnTo>
                    <a:pt x="2130298" y="0"/>
                  </a:lnTo>
                  <a:lnTo>
                    <a:pt x="21302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193798" y="4749800"/>
              <a:ext cx="2124075" cy="12700"/>
            </a:xfrm>
            <a:custGeom>
              <a:avLst/>
              <a:gdLst/>
              <a:ahLst/>
              <a:cxnLst/>
              <a:rect r="r" b="b" t="t" l="l"/>
              <a:pathLst>
                <a:path h="12700" w="2124075">
                  <a:moveTo>
                    <a:pt x="0" y="0"/>
                  </a:moveTo>
                  <a:lnTo>
                    <a:pt x="2124075" y="0"/>
                  </a:lnTo>
                  <a:lnTo>
                    <a:pt x="212407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4317873" y="4749800"/>
              <a:ext cx="1431798" cy="12700"/>
            </a:xfrm>
            <a:custGeom>
              <a:avLst/>
              <a:gdLst/>
              <a:ahLst/>
              <a:cxnLst/>
              <a:rect r="r" b="b" t="t" l="l"/>
              <a:pathLst>
                <a:path h="12700" w="1431798">
                  <a:moveTo>
                    <a:pt x="0" y="0"/>
                  </a:moveTo>
                  <a:lnTo>
                    <a:pt x="1431798" y="0"/>
                  </a:lnTo>
                  <a:lnTo>
                    <a:pt x="14317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5749671" y="4749800"/>
              <a:ext cx="698627" cy="12700"/>
            </a:xfrm>
            <a:custGeom>
              <a:avLst/>
              <a:gdLst/>
              <a:ahLst/>
              <a:cxnLst/>
              <a:rect r="r" b="b" t="t" l="l"/>
              <a:pathLst>
                <a:path h="12700" w="698627">
                  <a:moveTo>
                    <a:pt x="0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4317873" y="63500"/>
              <a:ext cx="1431798" cy="12700"/>
            </a:xfrm>
            <a:custGeom>
              <a:avLst/>
              <a:gdLst/>
              <a:ahLst/>
              <a:cxnLst/>
              <a:rect r="r" b="b" t="t" l="l"/>
              <a:pathLst>
                <a:path h="12700" w="1431798">
                  <a:moveTo>
                    <a:pt x="0" y="0"/>
                  </a:moveTo>
                  <a:lnTo>
                    <a:pt x="1431798" y="0"/>
                  </a:lnTo>
                  <a:lnTo>
                    <a:pt x="14317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5749671" y="63500"/>
              <a:ext cx="698627" cy="12700"/>
            </a:xfrm>
            <a:custGeom>
              <a:avLst/>
              <a:gdLst/>
              <a:ahLst/>
              <a:cxnLst/>
              <a:rect r="r" b="b" t="t" l="l"/>
              <a:pathLst>
                <a:path h="12700" w="698627">
                  <a:moveTo>
                    <a:pt x="0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6435471" y="76200"/>
              <a:ext cx="12700" cy="287909"/>
            </a:xfrm>
            <a:custGeom>
              <a:avLst/>
              <a:gdLst/>
              <a:ahLst/>
              <a:cxnLst/>
              <a:rect r="r" b="b" t="t" l="l"/>
              <a:pathLst>
                <a:path h="287909" w="12700">
                  <a:moveTo>
                    <a:pt x="0" y="28790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87909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name="Group 64" id="64"/>
          <p:cNvGrpSpPr>
            <a:grpSpLocks noChangeAspect="true"/>
          </p:cNvGrpSpPr>
          <p:nvPr/>
        </p:nvGrpSpPr>
        <p:grpSpPr>
          <a:xfrm rot="0">
            <a:off x="2834742" y="5018105"/>
            <a:ext cx="1921381" cy="1423988"/>
            <a:chOff x="0" y="0"/>
            <a:chExt cx="6511709" cy="4826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63500" y="63500"/>
              <a:ext cx="2130298" cy="12700"/>
            </a:xfrm>
            <a:custGeom>
              <a:avLst/>
              <a:gdLst/>
              <a:ahLst/>
              <a:cxnLst/>
              <a:rect r="r" b="b" t="t" l="l"/>
              <a:pathLst>
                <a:path h="12700" w="2130298">
                  <a:moveTo>
                    <a:pt x="0" y="0"/>
                  </a:moveTo>
                  <a:lnTo>
                    <a:pt x="2130298" y="0"/>
                  </a:lnTo>
                  <a:lnTo>
                    <a:pt x="21302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63500" y="76200"/>
              <a:ext cx="12700" cy="287909"/>
            </a:xfrm>
            <a:custGeom>
              <a:avLst/>
              <a:gdLst/>
              <a:ahLst/>
              <a:cxnLst/>
              <a:rect r="r" b="b" t="t" l="l"/>
              <a:pathLst>
                <a:path h="287909" w="12700">
                  <a:moveTo>
                    <a:pt x="0" y="28790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8790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2193798" y="63500"/>
              <a:ext cx="2124075" cy="12700"/>
            </a:xfrm>
            <a:custGeom>
              <a:avLst/>
              <a:gdLst/>
              <a:ahLst/>
              <a:cxnLst/>
              <a:rect r="r" b="b" t="t" l="l"/>
              <a:pathLst>
                <a:path h="12700" w="2124075">
                  <a:moveTo>
                    <a:pt x="0" y="0"/>
                  </a:moveTo>
                  <a:lnTo>
                    <a:pt x="2124075" y="0"/>
                  </a:lnTo>
                  <a:lnTo>
                    <a:pt x="212407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63500" y="364109"/>
              <a:ext cx="12700" cy="2052066"/>
            </a:xfrm>
            <a:custGeom>
              <a:avLst/>
              <a:gdLst/>
              <a:ahLst/>
              <a:cxnLst/>
              <a:rect r="r" b="b" t="t" l="l"/>
              <a:pathLst>
                <a:path h="2052066" w="12700">
                  <a:moveTo>
                    <a:pt x="0" y="2052066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0520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6435471" y="364109"/>
              <a:ext cx="12700" cy="2052066"/>
            </a:xfrm>
            <a:custGeom>
              <a:avLst/>
              <a:gdLst/>
              <a:ahLst/>
              <a:cxnLst/>
              <a:rect r="r" b="b" t="t" l="l"/>
              <a:pathLst>
                <a:path h="2052066" w="12700">
                  <a:moveTo>
                    <a:pt x="0" y="2052066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0520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63500" y="2416175"/>
              <a:ext cx="12700" cy="2333625"/>
            </a:xfrm>
            <a:custGeom>
              <a:avLst/>
              <a:gdLst/>
              <a:ahLst/>
              <a:cxnLst/>
              <a:rect r="r" b="b" t="t" l="l"/>
              <a:pathLst>
                <a:path h="2333625" w="12700">
                  <a:moveTo>
                    <a:pt x="0" y="2333625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333625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6435471" y="2416175"/>
              <a:ext cx="12700" cy="2333625"/>
            </a:xfrm>
            <a:custGeom>
              <a:avLst/>
              <a:gdLst/>
              <a:ahLst/>
              <a:cxnLst/>
              <a:rect r="r" b="b" t="t" l="l"/>
              <a:pathLst>
                <a:path h="2333625" w="12700">
                  <a:moveTo>
                    <a:pt x="0" y="2333625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333625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63500" y="4749800"/>
              <a:ext cx="2130298" cy="12700"/>
            </a:xfrm>
            <a:custGeom>
              <a:avLst/>
              <a:gdLst/>
              <a:ahLst/>
              <a:cxnLst/>
              <a:rect r="r" b="b" t="t" l="l"/>
              <a:pathLst>
                <a:path h="12700" w="2130298">
                  <a:moveTo>
                    <a:pt x="0" y="0"/>
                  </a:moveTo>
                  <a:lnTo>
                    <a:pt x="2130298" y="0"/>
                  </a:lnTo>
                  <a:lnTo>
                    <a:pt x="21302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2193798" y="4749800"/>
              <a:ext cx="2124075" cy="12700"/>
            </a:xfrm>
            <a:custGeom>
              <a:avLst/>
              <a:gdLst/>
              <a:ahLst/>
              <a:cxnLst/>
              <a:rect r="r" b="b" t="t" l="l"/>
              <a:pathLst>
                <a:path h="12700" w="2124075">
                  <a:moveTo>
                    <a:pt x="0" y="0"/>
                  </a:moveTo>
                  <a:lnTo>
                    <a:pt x="2124075" y="0"/>
                  </a:lnTo>
                  <a:lnTo>
                    <a:pt x="212407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4317873" y="4749800"/>
              <a:ext cx="1431798" cy="12700"/>
            </a:xfrm>
            <a:custGeom>
              <a:avLst/>
              <a:gdLst/>
              <a:ahLst/>
              <a:cxnLst/>
              <a:rect r="r" b="b" t="t" l="l"/>
              <a:pathLst>
                <a:path h="12700" w="1431798">
                  <a:moveTo>
                    <a:pt x="0" y="0"/>
                  </a:moveTo>
                  <a:lnTo>
                    <a:pt x="1431798" y="0"/>
                  </a:lnTo>
                  <a:lnTo>
                    <a:pt x="14317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5749671" y="4749800"/>
              <a:ext cx="698627" cy="12700"/>
            </a:xfrm>
            <a:custGeom>
              <a:avLst/>
              <a:gdLst/>
              <a:ahLst/>
              <a:cxnLst/>
              <a:rect r="r" b="b" t="t" l="l"/>
              <a:pathLst>
                <a:path h="12700" w="698627">
                  <a:moveTo>
                    <a:pt x="0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4317873" y="63500"/>
              <a:ext cx="1431798" cy="12700"/>
            </a:xfrm>
            <a:custGeom>
              <a:avLst/>
              <a:gdLst/>
              <a:ahLst/>
              <a:cxnLst/>
              <a:rect r="r" b="b" t="t" l="l"/>
              <a:pathLst>
                <a:path h="12700" w="1431798">
                  <a:moveTo>
                    <a:pt x="0" y="0"/>
                  </a:moveTo>
                  <a:lnTo>
                    <a:pt x="1431798" y="0"/>
                  </a:lnTo>
                  <a:lnTo>
                    <a:pt x="14317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5749671" y="63500"/>
              <a:ext cx="698627" cy="12700"/>
            </a:xfrm>
            <a:custGeom>
              <a:avLst/>
              <a:gdLst/>
              <a:ahLst/>
              <a:cxnLst/>
              <a:rect r="r" b="b" t="t" l="l"/>
              <a:pathLst>
                <a:path h="12700" w="698627">
                  <a:moveTo>
                    <a:pt x="0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6435471" y="76200"/>
              <a:ext cx="12700" cy="287909"/>
            </a:xfrm>
            <a:custGeom>
              <a:avLst/>
              <a:gdLst/>
              <a:ahLst/>
              <a:cxnLst/>
              <a:rect r="r" b="b" t="t" l="l"/>
              <a:pathLst>
                <a:path h="287909" w="12700">
                  <a:moveTo>
                    <a:pt x="0" y="28790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87909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name="Group 79" id="79"/>
          <p:cNvGrpSpPr>
            <a:grpSpLocks noChangeAspect="true"/>
          </p:cNvGrpSpPr>
          <p:nvPr/>
        </p:nvGrpSpPr>
        <p:grpSpPr>
          <a:xfrm rot="0">
            <a:off x="2829373" y="6794518"/>
            <a:ext cx="1921381" cy="1423988"/>
            <a:chOff x="0" y="0"/>
            <a:chExt cx="6511709" cy="4826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63500" y="63500"/>
              <a:ext cx="2130298" cy="12700"/>
            </a:xfrm>
            <a:custGeom>
              <a:avLst/>
              <a:gdLst/>
              <a:ahLst/>
              <a:cxnLst/>
              <a:rect r="r" b="b" t="t" l="l"/>
              <a:pathLst>
                <a:path h="12700" w="2130298">
                  <a:moveTo>
                    <a:pt x="0" y="0"/>
                  </a:moveTo>
                  <a:lnTo>
                    <a:pt x="2130298" y="0"/>
                  </a:lnTo>
                  <a:lnTo>
                    <a:pt x="21302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63500" y="76200"/>
              <a:ext cx="12700" cy="287909"/>
            </a:xfrm>
            <a:custGeom>
              <a:avLst/>
              <a:gdLst/>
              <a:ahLst/>
              <a:cxnLst/>
              <a:rect r="r" b="b" t="t" l="l"/>
              <a:pathLst>
                <a:path h="287909" w="12700">
                  <a:moveTo>
                    <a:pt x="0" y="28790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8790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2193798" y="63500"/>
              <a:ext cx="2124075" cy="12700"/>
            </a:xfrm>
            <a:custGeom>
              <a:avLst/>
              <a:gdLst/>
              <a:ahLst/>
              <a:cxnLst/>
              <a:rect r="r" b="b" t="t" l="l"/>
              <a:pathLst>
                <a:path h="12700" w="2124075">
                  <a:moveTo>
                    <a:pt x="0" y="0"/>
                  </a:moveTo>
                  <a:lnTo>
                    <a:pt x="2124075" y="0"/>
                  </a:lnTo>
                  <a:lnTo>
                    <a:pt x="212407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63500" y="364109"/>
              <a:ext cx="12700" cy="2052066"/>
            </a:xfrm>
            <a:custGeom>
              <a:avLst/>
              <a:gdLst/>
              <a:ahLst/>
              <a:cxnLst/>
              <a:rect r="r" b="b" t="t" l="l"/>
              <a:pathLst>
                <a:path h="2052066" w="12700">
                  <a:moveTo>
                    <a:pt x="0" y="2052066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0520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6435471" y="364109"/>
              <a:ext cx="12700" cy="2052066"/>
            </a:xfrm>
            <a:custGeom>
              <a:avLst/>
              <a:gdLst/>
              <a:ahLst/>
              <a:cxnLst/>
              <a:rect r="r" b="b" t="t" l="l"/>
              <a:pathLst>
                <a:path h="2052066" w="12700">
                  <a:moveTo>
                    <a:pt x="0" y="2052066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0520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63500" y="2416175"/>
              <a:ext cx="12700" cy="2333625"/>
            </a:xfrm>
            <a:custGeom>
              <a:avLst/>
              <a:gdLst/>
              <a:ahLst/>
              <a:cxnLst/>
              <a:rect r="r" b="b" t="t" l="l"/>
              <a:pathLst>
                <a:path h="2333625" w="12700">
                  <a:moveTo>
                    <a:pt x="0" y="2333625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333625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6435471" y="2416175"/>
              <a:ext cx="12700" cy="2333625"/>
            </a:xfrm>
            <a:custGeom>
              <a:avLst/>
              <a:gdLst/>
              <a:ahLst/>
              <a:cxnLst/>
              <a:rect r="r" b="b" t="t" l="l"/>
              <a:pathLst>
                <a:path h="2333625" w="12700">
                  <a:moveTo>
                    <a:pt x="0" y="2333625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333625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63500" y="4749800"/>
              <a:ext cx="2130298" cy="12700"/>
            </a:xfrm>
            <a:custGeom>
              <a:avLst/>
              <a:gdLst/>
              <a:ahLst/>
              <a:cxnLst/>
              <a:rect r="r" b="b" t="t" l="l"/>
              <a:pathLst>
                <a:path h="12700" w="2130298">
                  <a:moveTo>
                    <a:pt x="0" y="0"/>
                  </a:moveTo>
                  <a:lnTo>
                    <a:pt x="2130298" y="0"/>
                  </a:lnTo>
                  <a:lnTo>
                    <a:pt x="21302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2193798" y="4749800"/>
              <a:ext cx="2124075" cy="12700"/>
            </a:xfrm>
            <a:custGeom>
              <a:avLst/>
              <a:gdLst/>
              <a:ahLst/>
              <a:cxnLst/>
              <a:rect r="r" b="b" t="t" l="l"/>
              <a:pathLst>
                <a:path h="12700" w="2124075">
                  <a:moveTo>
                    <a:pt x="0" y="0"/>
                  </a:moveTo>
                  <a:lnTo>
                    <a:pt x="2124075" y="0"/>
                  </a:lnTo>
                  <a:lnTo>
                    <a:pt x="212407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4317873" y="4749800"/>
              <a:ext cx="1431798" cy="12700"/>
            </a:xfrm>
            <a:custGeom>
              <a:avLst/>
              <a:gdLst/>
              <a:ahLst/>
              <a:cxnLst/>
              <a:rect r="r" b="b" t="t" l="l"/>
              <a:pathLst>
                <a:path h="12700" w="1431798">
                  <a:moveTo>
                    <a:pt x="0" y="0"/>
                  </a:moveTo>
                  <a:lnTo>
                    <a:pt x="1431798" y="0"/>
                  </a:lnTo>
                  <a:lnTo>
                    <a:pt x="14317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5749671" y="4749800"/>
              <a:ext cx="698627" cy="12700"/>
            </a:xfrm>
            <a:custGeom>
              <a:avLst/>
              <a:gdLst/>
              <a:ahLst/>
              <a:cxnLst/>
              <a:rect r="r" b="b" t="t" l="l"/>
              <a:pathLst>
                <a:path h="12700" w="698627">
                  <a:moveTo>
                    <a:pt x="0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4317873" y="63500"/>
              <a:ext cx="1431798" cy="12700"/>
            </a:xfrm>
            <a:custGeom>
              <a:avLst/>
              <a:gdLst/>
              <a:ahLst/>
              <a:cxnLst/>
              <a:rect r="r" b="b" t="t" l="l"/>
              <a:pathLst>
                <a:path h="12700" w="1431798">
                  <a:moveTo>
                    <a:pt x="0" y="0"/>
                  </a:moveTo>
                  <a:lnTo>
                    <a:pt x="1431798" y="0"/>
                  </a:lnTo>
                  <a:lnTo>
                    <a:pt x="14317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5749671" y="63500"/>
              <a:ext cx="698627" cy="12700"/>
            </a:xfrm>
            <a:custGeom>
              <a:avLst/>
              <a:gdLst/>
              <a:ahLst/>
              <a:cxnLst/>
              <a:rect r="r" b="b" t="t" l="l"/>
              <a:pathLst>
                <a:path h="12700" w="698627">
                  <a:moveTo>
                    <a:pt x="0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6435471" y="76200"/>
              <a:ext cx="12700" cy="287909"/>
            </a:xfrm>
            <a:custGeom>
              <a:avLst/>
              <a:gdLst/>
              <a:ahLst/>
              <a:cxnLst/>
              <a:rect r="r" b="b" t="t" l="l"/>
              <a:pathLst>
                <a:path h="287909" w="12700">
                  <a:moveTo>
                    <a:pt x="0" y="28790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87909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grpSp>
        <p:nvGrpSpPr>
          <p:cNvPr name="Group 94" id="94"/>
          <p:cNvGrpSpPr>
            <a:grpSpLocks noChangeAspect="true"/>
          </p:cNvGrpSpPr>
          <p:nvPr/>
        </p:nvGrpSpPr>
        <p:grpSpPr>
          <a:xfrm rot="0">
            <a:off x="2834742" y="8641225"/>
            <a:ext cx="1921381" cy="1423988"/>
            <a:chOff x="0" y="0"/>
            <a:chExt cx="6511709" cy="48260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63500" y="63500"/>
              <a:ext cx="2130298" cy="12700"/>
            </a:xfrm>
            <a:custGeom>
              <a:avLst/>
              <a:gdLst/>
              <a:ahLst/>
              <a:cxnLst/>
              <a:rect r="r" b="b" t="t" l="l"/>
              <a:pathLst>
                <a:path h="12700" w="2130298">
                  <a:moveTo>
                    <a:pt x="0" y="0"/>
                  </a:moveTo>
                  <a:lnTo>
                    <a:pt x="2130298" y="0"/>
                  </a:lnTo>
                  <a:lnTo>
                    <a:pt x="21302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63500" y="76200"/>
              <a:ext cx="12700" cy="287909"/>
            </a:xfrm>
            <a:custGeom>
              <a:avLst/>
              <a:gdLst/>
              <a:ahLst/>
              <a:cxnLst/>
              <a:rect r="r" b="b" t="t" l="l"/>
              <a:pathLst>
                <a:path h="287909" w="12700">
                  <a:moveTo>
                    <a:pt x="0" y="28790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87909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2193798" y="63500"/>
              <a:ext cx="2124075" cy="12700"/>
            </a:xfrm>
            <a:custGeom>
              <a:avLst/>
              <a:gdLst/>
              <a:ahLst/>
              <a:cxnLst/>
              <a:rect r="r" b="b" t="t" l="l"/>
              <a:pathLst>
                <a:path h="12700" w="2124075">
                  <a:moveTo>
                    <a:pt x="0" y="0"/>
                  </a:moveTo>
                  <a:lnTo>
                    <a:pt x="2124075" y="0"/>
                  </a:lnTo>
                  <a:lnTo>
                    <a:pt x="212407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63500" y="364109"/>
              <a:ext cx="12700" cy="2052066"/>
            </a:xfrm>
            <a:custGeom>
              <a:avLst/>
              <a:gdLst/>
              <a:ahLst/>
              <a:cxnLst/>
              <a:rect r="r" b="b" t="t" l="l"/>
              <a:pathLst>
                <a:path h="2052066" w="12700">
                  <a:moveTo>
                    <a:pt x="0" y="2052066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0520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6435471" y="364109"/>
              <a:ext cx="12700" cy="2052066"/>
            </a:xfrm>
            <a:custGeom>
              <a:avLst/>
              <a:gdLst/>
              <a:ahLst/>
              <a:cxnLst/>
              <a:rect r="r" b="b" t="t" l="l"/>
              <a:pathLst>
                <a:path h="2052066" w="12700">
                  <a:moveTo>
                    <a:pt x="0" y="2052066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052066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63500" y="2416175"/>
              <a:ext cx="12700" cy="2333625"/>
            </a:xfrm>
            <a:custGeom>
              <a:avLst/>
              <a:gdLst/>
              <a:ahLst/>
              <a:cxnLst/>
              <a:rect r="r" b="b" t="t" l="l"/>
              <a:pathLst>
                <a:path h="2333625" w="12700">
                  <a:moveTo>
                    <a:pt x="0" y="2333625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333625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6435471" y="2416175"/>
              <a:ext cx="12700" cy="2333625"/>
            </a:xfrm>
            <a:custGeom>
              <a:avLst/>
              <a:gdLst/>
              <a:ahLst/>
              <a:cxnLst/>
              <a:rect r="r" b="b" t="t" l="l"/>
              <a:pathLst>
                <a:path h="2333625" w="12700">
                  <a:moveTo>
                    <a:pt x="0" y="2333625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333625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63500" y="4749800"/>
              <a:ext cx="2130298" cy="12700"/>
            </a:xfrm>
            <a:custGeom>
              <a:avLst/>
              <a:gdLst/>
              <a:ahLst/>
              <a:cxnLst/>
              <a:rect r="r" b="b" t="t" l="l"/>
              <a:pathLst>
                <a:path h="12700" w="2130298">
                  <a:moveTo>
                    <a:pt x="0" y="0"/>
                  </a:moveTo>
                  <a:lnTo>
                    <a:pt x="2130298" y="0"/>
                  </a:lnTo>
                  <a:lnTo>
                    <a:pt x="21302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2193798" y="4749800"/>
              <a:ext cx="2124075" cy="12700"/>
            </a:xfrm>
            <a:custGeom>
              <a:avLst/>
              <a:gdLst/>
              <a:ahLst/>
              <a:cxnLst/>
              <a:rect r="r" b="b" t="t" l="l"/>
              <a:pathLst>
                <a:path h="12700" w="2124075">
                  <a:moveTo>
                    <a:pt x="0" y="0"/>
                  </a:moveTo>
                  <a:lnTo>
                    <a:pt x="2124075" y="0"/>
                  </a:lnTo>
                  <a:lnTo>
                    <a:pt x="2124075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4317873" y="4749800"/>
              <a:ext cx="1431798" cy="12700"/>
            </a:xfrm>
            <a:custGeom>
              <a:avLst/>
              <a:gdLst/>
              <a:ahLst/>
              <a:cxnLst/>
              <a:rect r="r" b="b" t="t" l="l"/>
              <a:pathLst>
                <a:path h="12700" w="1431798">
                  <a:moveTo>
                    <a:pt x="0" y="0"/>
                  </a:moveTo>
                  <a:lnTo>
                    <a:pt x="1431798" y="0"/>
                  </a:lnTo>
                  <a:lnTo>
                    <a:pt x="14317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5749671" y="4749800"/>
              <a:ext cx="698627" cy="12700"/>
            </a:xfrm>
            <a:custGeom>
              <a:avLst/>
              <a:gdLst/>
              <a:ahLst/>
              <a:cxnLst/>
              <a:rect r="r" b="b" t="t" l="l"/>
              <a:pathLst>
                <a:path h="12700" w="698627">
                  <a:moveTo>
                    <a:pt x="0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4317873" y="63500"/>
              <a:ext cx="1431798" cy="12700"/>
            </a:xfrm>
            <a:custGeom>
              <a:avLst/>
              <a:gdLst/>
              <a:ahLst/>
              <a:cxnLst/>
              <a:rect r="r" b="b" t="t" l="l"/>
              <a:pathLst>
                <a:path h="12700" w="1431798">
                  <a:moveTo>
                    <a:pt x="0" y="0"/>
                  </a:moveTo>
                  <a:lnTo>
                    <a:pt x="1431798" y="0"/>
                  </a:lnTo>
                  <a:lnTo>
                    <a:pt x="143179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5749671" y="63500"/>
              <a:ext cx="698627" cy="12700"/>
            </a:xfrm>
            <a:custGeom>
              <a:avLst/>
              <a:gdLst/>
              <a:ahLst/>
              <a:cxnLst/>
              <a:rect r="r" b="b" t="t" l="l"/>
              <a:pathLst>
                <a:path h="12700" w="698627">
                  <a:moveTo>
                    <a:pt x="0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6435471" y="76200"/>
              <a:ext cx="12700" cy="287909"/>
            </a:xfrm>
            <a:custGeom>
              <a:avLst/>
              <a:gdLst/>
              <a:ahLst/>
              <a:cxnLst/>
              <a:rect r="r" b="b" t="t" l="l"/>
              <a:pathLst>
                <a:path h="287909" w="12700">
                  <a:moveTo>
                    <a:pt x="0" y="287909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287909"/>
                  </a:lnTo>
                  <a:close/>
                </a:path>
              </a:pathLst>
            </a:custGeom>
            <a:solidFill>
              <a:srgbClr val="231F20"/>
            </a:solidFill>
          </p:spPr>
        </p:sp>
      </p:grpSp>
      <p:sp>
        <p:nvSpPr>
          <p:cNvPr name="Freeform 109" id="109"/>
          <p:cNvSpPr/>
          <p:nvPr/>
        </p:nvSpPr>
        <p:spPr>
          <a:xfrm flipH="false" flipV="false" rot="0">
            <a:off x="2897919" y="1544559"/>
            <a:ext cx="1770301" cy="1323404"/>
          </a:xfrm>
          <a:custGeom>
            <a:avLst/>
            <a:gdLst/>
            <a:ahLst/>
            <a:cxnLst/>
            <a:rect r="r" b="b" t="t" l="l"/>
            <a:pathLst>
              <a:path h="1323404" w="1770301">
                <a:moveTo>
                  <a:pt x="0" y="0"/>
                </a:moveTo>
                <a:lnTo>
                  <a:pt x="1770301" y="0"/>
                </a:lnTo>
                <a:lnTo>
                  <a:pt x="1770301" y="1323403"/>
                </a:lnTo>
                <a:lnTo>
                  <a:pt x="0" y="1323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408" t="-28530" r="-6698" b="-31534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2837337" y="3323295"/>
            <a:ext cx="1918786" cy="1232848"/>
          </a:xfrm>
          <a:custGeom>
            <a:avLst/>
            <a:gdLst/>
            <a:ahLst/>
            <a:cxnLst/>
            <a:rect r="r" b="b" t="t" l="l"/>
            <a:pathLst>
              <a:path h="1232848" w="1918786">
                <a:moveTo>
                  <a:pt x="0" y="0"/>
                </a:moveTo>
                <a:lnTo>
                  <a:pt x="1918786" y="0"/>
                </a:lnTo>
                <a:lnTo>
                  <a:pt x="1918786" y="1232848"/>
                </a:lnTo>
                <a:lnTo>
                  <a:pt x="0" y="12328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49" t="-15178" r="-8296" b="-25622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2879991" y="5169060"/>
            <a:ext cx="1833478" cy="1167687"/>
          </a:xfrm>
          <a:custGeom>
            <a:avLst/>
            <a:gdLst/>
            <a:ahLst/>
            <a:cxnLst/>
            <a:rect r="r" b="b" t="t" l="l"/>
            <a:pathLst>
              <a:path h="1167687" w="1833478">
                <a:moveTo>
                  <a:pt x="0" y="0"/>
                </a:moveTo>
                <a:lnTo>
                  <a:pt x="1833478" y="0"/>
                </a:lnTo>
                <a:lnTo>
                  <a:pt x="1833478" y="1167686"/>
                </a:lnTo>
                <a:lnTo>
                  <a:pt x="0" y="1167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205" t="-18438" r="-7094" b="-20005"/>
            </a:stretch>
          </a:blipFill>
        </p:spPr>
      </p:sp>
      <p:sp>
        <p:nvSpPr>
          <p:cNvPr name="Freeform 112" id="112"/>
          <p:cNvSpPr/>
          <p:nvPr/>
        </p:nvSpPr>
        <p:spPr>
          <a:xfrm flipH="false" flipV="false" rot="0">
            <a:off x="2954201" y="6865955"/>
            <a:ext cx="1646757" cy="1319213"/>
          </a:xfrm>
          <a:custGeom>
            <a:avLst/>
            <a:gdLst/>
            <a:ahLst/>
            <a:cxnLst/>
            <a:rect r="r" b="b" t="t" l="l"/>
            <a:pathLst>
              <a:path h="1319213" w="1646757">
                <a:moveTo>
                  <a:pt x="0" y="0"/>
                </a:moveTo>
                <a:lnTo>
                  <a:pt x="1646757" y="0"/>
                </a:lnTo>
                <a:lnTo>
                  <a:pt x="1646757" y="1319213"/>
                </a:lnTo>
                <a:lnTo>
                  <a:pt x="0" y="13192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623" t="-15698" r="-13752" b="-15573"/>
            </a:stretch>
          </a:blipFill>
        </p:spPr>
      </p:sp>
      <p:sp>
        <p:nvSpPr>
          <p:cNvPr name="TextBox 113" id="113"/>
          <p:cNvSpPr txBox="true"/>
          <p:nvPr/>
        </p:nvSpPr>
        <p:spPr>
          <a:xfrm rot="0">
            <a:off x="4994155" y="4613293"/>
            <a:ext cx="102006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  <a:spcBef>
                <a:spcPct val="0"/>
              </a:spcBef>
            </a:pPr>
            <a:r>
              <a:rPr lang="en-US" b="true" sz="1000" spc="20">
                <a:solidFill>
                  <a:srgbClr val="000000"/>
                </a:solidFill>
                <a:latin typeface="Soleto Bold"/>
                <a:ea typeface="Soleto Bold"/>
                <a:cs typeface="Soleto Bold"/>
                <a:sym typeface="Soleto Bold"/>
              </a:rPr>
              <a:t>Nr artykułu 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994155" y="2844436"/>
            <a:ext cx="102006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  <a:spcBef>
                <a:spcPct val="0"/>
              </a:spcBef>
            </a:pPr>
            <a:r>
              <a:rPr lang="en-US" b="true" sz="1000" spc="20">
                <a:solidFill>
                  <a:srgbClr val="000000"/>
                </a:solidFill>
                <a:latin typeface="Soleto Bold"/>
                <a:ea typeface="Soleto Bold"/>
                <a:cs typeface="Soleto Bold"/>
                <a:sym typeface="Soleto Bold"/>
              </a:rPr>
              <a:t>Nr artykułu 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4993151" y="6384943"/>
            <a:ext cx="102006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  <a:spcBef>
                <a:spcPct val="0"/>
              </a:spcBef>
            </a:pPr>
            <a:r>
              <a:rPr lang="en-US" b="true" sz="1000" spc="20">
                <a:solidFill>
                  <a:srgbClr val="000000"/>
                </a:solidFill>
                <a:latin typeface="Soleto Bold"/>
                <a:ea typeface="Soleto Bold"/>
                <a:cs typeface="Soleto Bold"/>
                <a:sym typeface="Soleto Bold"/>
              </a:rPr>
              <a:t>Nr artykułu 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4992148" y="8167642"/>
            <a:ext cx="86661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  <a:spcBef>
                <a:spcPct val="0"/>
              </a:spcBef>
            </a:pPr>
            <a:r>
              <a:rPr lang="en-US" b="true" sz="1000" spc="20">
                <a:solidFill>
                  <a:srgbClr val="000000"/>
                </a:solidFill>
                <a:latin typeface="Soleto Bold"/>
                <a:ea typeface="Soleto Bold"/>
                <a:cs typeface="Soleto Bold"/>
                <a:sym typeface="Soleto Bold"/>
              </a:rPr>
              <a:t>Nr artykułu 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4991144" y="10003586"/>
            <a:ext cx="102006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  <a:spcBef>
                <a:spcPct val="0"/>
              </a:spcBef>
            </a:pPr>
            <a:r>
              <a:rPr lang="en-US" b="true" sz="1000" spc="20">
                <a:solidFill>
                  <a:srgbClr val="000000"/>
                </a:solidFill>
                <a:latin typeface="Soleto Bold"/>
                <a:ea typeface="Soleto Bold"/>
                <a:cs typeface="Soleto Bold"/>
                <a:sym typeface="Soleto Bold"/>
              </a:rPr>
              <a:t>Nr artykułu 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405137" y="1313703"/>
            <a:ext cx="1398370" cy="209550"/>
            <a:chOff x="0" y="0"/>
            <a:chExt cx="1864494" cy="279400"/>
          </a:xfrm>
        </p:grpSpPr>
        <p:sp>
          <p:nvSpPr>
            <p:cNvPr name="AutoShape 119" id="119"/>
            <p:cNvSpPr/>
            <p:nvPr/>
          </p:nvSpPr>
          <p:spPr>
            <a:xfrm>
              <a:off x="0" y="158750"/>
              <a:ext cx="504021" cy="0"/>
            </a:xfrm>
            <a:prstGeom prst="line">
              <a:avLst/>
            </a:prstGeom>
            <a:ln cap="flat" w="25400">
              <a:solidFill>
                <a:srgbClr val="EB5D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0" id="120"/>
            <p:cNvSpPr txBox="true"/>
            <p:nvPr/>
          </p:nvSpPr>
          <p:spPr>
            <a:xfrm rot="0">
              <a:off x="598509" y="9525"/>
              <a:ext cx="1265985" cy="26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000000"/>
                  </a:solidFill>
                  <a:latin typeface="Soleto Bold"/>
                  <a:ea typeface="Soleto Bold"/>
                  <a:cs typeface="Soleto Bold"/>
                  <a:sym typeface="Soleto Bold"/>
                </a:rPr>
                <a:t>Seria 20  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405137" y="8385193"/>
            <a:ext cx="1398370" cy="209550"/>
            <a:chOff x="0" y="0"/>
            <a:chExt cx="1864494" cy="279400"/>
          </a:xfrm>
        </p:grpSpPr>
        <p:sp>
          <p:nvSpPr>
            <p:cNvPr name="AutoShape 122" id="122"/>
            <p:cNvSpPr/>
            <p:nvPr/>
          </p:nvSpPr>
          <p:spPr>
            <a:xfrm>
              <a:off x="0" y="158750"/>
              <a:ext cx="504021" cy="0"/>
            </a:xfrm>
            <a:prstGeom prst="line">
              <a:avLst/>
            </a:prstGeom>
            <a:ln cap="flat" w="25400">
              <a:solidFill>
                <a:srgbClr val="EB5D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3" id="123"/>
            <p:cNvSpPr txBox="true"/>
            <p:nvPr/>
          </p:nvSpPr>
          <p:spPr>
            <a:xfrm rot="0">
              <a:off x="598509" y="9525"/>
              <a:ext cx="1265985" cy="26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000000"/>
                  </a:solidFill>
                  <a:latin typeface="Soleto Bold"/>
                  <a:ea typeface="Soleto Bold"/>
                  <a:cs typeface="Soleto Bold"/>
                  <a:sym typeface="Soleto Bold"/>
                </a:rPr>
                <a:t>Seria 30  </a:t>
              </a:r>
            </a:p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6112591" y="2851168"/>
            <a:ext cx="1007150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  <a:spcBef>
                <a:spcPct val="0"/>
              </a:spcBef>
            </a:pPr>
            <a:r>
              <a:rPr lang="en-US" sz="1000" spc="2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PA-2020-2H-S-R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6239988" y="4613293"/>
            <a:ext cx="87022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  <a:spcBef>
                <a:spcPct val="0"/>
              </a:spcBef>
            </a:pPr>
            <a:r>
              <a:rPr lang="en-US" sz="1000" spc="2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PA-2040-4H-S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5085319" y="4846655"/>
            <a:ext cx="203442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spc="24">
                <a:solidFill>
                  <a:srgbClr val="EB5D30"/>
                </a:solidFill>
                <a:latin typeface="Soleto Bold"/>
                <a:ea typeface="Soleto Bold"/>
                <a:cs typeface="Soleto Bold"/>
                <a:sym typeface="Soleto Bold"/>
              </a:rPr>
              <a:t>Profil 20x40 mm, 6H, ciężki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5085319" y="3079768"/>
            <a:ext cx="203442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spc="24">
                <a:solidFill>
                  <a:srgbClr val="EB5D30"/>
                </a:solidFill>
                <a:latin typeface="Soleto Bold"/>
                <a:ea typeface="Soleto Bold"/>
                <a:cs typeface="Soleto Bold"/>
                <a:sym typeface="Soleto Bold"/>
              </a:rPr>
              <a:t>Profil 20x40 mm, 4H, ciężki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6239988" y="6384943"/>
            <a:ext cx="87022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  <a:spcBef>
                <a:spcPct val="0"/>
              </a:spcBef>
            </a:pPr>
            <a:r>
              <a:rPr lang="en-US" sz="1000" spc="2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PA-2040-6H-S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5193071" y="6608780"/>
            <a:ext cx="1926669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spc="24">
                <a:solidFill>
                  <a:srgbClr val="EB5D30"/>
                </a:solidFill>
                <a:latin typeface="Soleto Bold"/>
                <a:ea typeface="Soleto Bold"/>
                <a:cs typeface="Soleto Bold"/>
                <a:sym typeface="Soleto Bold"/>
              </a:rPr>
              <a:t>Profil 30x30 mm, 1F, lekki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6261776" y="8167642"/>
            <a:ext cx="848439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"/>
              </a:lnSpc>
              <a:spcBef>
                <a:spcPct val="0"/>
              </a:spcBef>
            </a:pPr>
            <a:r>
              <a:rPr lang="en-US" sz="1000" spc="2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PA-3030-1F-L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405137" y="1615393"/>
            <a:ext cx="2035016" cy="126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Materiał: aluminium anodowane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Typ profilu: ciężki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Typ rowka: H (2 rowki)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Wymiary (mm): 6000×20×20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Masa: 0,52 kg/m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Ix / Iy: 0,6 / 0,6 cm⁴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Wx / Wy: 0,6 / 0,6 cm³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408301" y="3377836"/>
            <a:ext cx="2035016" cy="126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Materiał: aluminium anodowane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Typ profilu: ciężki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Typ rowka: H (4 rowki)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Wymiary (mm): 6000×20×40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Masa: 1,30 kg/m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Ix / Iy: 7,0 / 2,0 cm⁴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Wx / Wy: 3,5 / 2,0 cm³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405137" y="5137168"/>
            <a:ext cx="2035016" cy="126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Materiał: aluminium anodowane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Typ profilu: ciężki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Typ rowka: H (6 rowków)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Wymiary (mm): 6000×20×40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Masa: 1,30 kg/m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Ix / Iy: 6,4 / 1,7 cm⁴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Wx / Wy: 3,2 / 1,7 cm³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408301" y="6913580"/>
            <a:ext cx="2035016" cy="126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Materiał: aluminium anodowane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Typ profilu: lekki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Typ rowka: F (1 rowek)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Wymiary (mm): 6000×30×30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Masa: 0,90 kg/m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Ix / Iy: 3,1 / 3,1 cm⁴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Wx / Wy: 2,1 / 2,1 cm³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396855" y="464374"/>
            <a:ext cx="1955254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EB5D30"/>
                </a:solidFill>
                <a:latin typeface="Soleto"/>
                <a:ea typeface="Soleto"/>
                <a:cs typeface="Soleto"/>
                <a:sym typeface="Soleto"/>
              </a:rPr>
              <a:t>Profile aluminiowe</a:t>
            </a:r>
            <a:r>
              <a:rPr lang="en-US" sz="10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 </a:t>
            </a:r>
            <a:r>
              <a:rPr lang="en-US" sz="10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| Seria 20-30 [TEST JARVIS OK]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350916" y="10428724"/>
            <a:ext cx="241300" cy="9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99">
                <a:solidFill>
                  <a:srgbClr val="231F20"/>
                </a:solidFill>
                <a:latin typeface="Soleto"/>
                <a:ea typeface="Soleto"/>
                <a:cs typeface="Soleto"/>
                <a:sym typeface="Soleto"/>
              </a:rPr>
              <a:t>12 </a:t>
            </a:r>
            <a:r>
              <a:rPr lang="en-US" sz="699">
                <a:solidFill>
                  <a:srgbClr val="EB5D30"/>
                </a:solidFill>
                <a:latin typeface="Soleto"/>
                <a:ea typeface="Soleto"/>
                <a:cs typeface="Soleto"/>
                <a:sym typeface="Soleto"/>
              </a:rPr>
              <a:t>—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405137" y="8689993"/>
            <a:ext cx="2035016" cy="126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Materiał: aluminium anodowane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Typ profilu: lekki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Typ rowka: F (2 rowki)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Wymiary (mm): 6000×30×30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Masa: 0,90 kg/m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Ix / Iy: 3,2 / 3,2 cm⁴</a:t>
            </a:r>
          </a:p>
          <a:p>
            <a:pPr algn="l">
              <a:lnSpc>
                <a:spcPts val="1430"/>
              </a:lnSpc>
            </a:pPr>
            <a:r>
              <a:rPr lang="en-US" sz="1100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Wx / Wy: 2,1 / 2,1 cm³</a:t>
            </a:r>
          </a:p>
        </p:txBody>
      </p:sp>
      <p:sp>
        <p:nvSpPr>
          <p:cNvPr name="Freeform 138" id="138"/>
          <p:cNvSpPr/>
          <p:nvPr/>
        </p:nvSpPr>
        <p:spPr>
          <a:xfrm flipH="false" flipV="false" rot="0">
            <a:off x="2929465" y="8794768"/>
            <a:ext cx="1671494" cy="1230979"/>
          </a:xfrm>
          <a:custGeom>
            <a:avLst/>
            <a:gdLst/>
            <a:ahLst/>
            <a:cxnLst/>
            <a:rect r="r" b="b" t="t" l="l"/>
            <a:pathLst>
              <a:path h="1230979" w="1671494">
                <a:moveTo>
                  <a:pt x="0" y="0"/>
                </a:moveTo>
                <a:lnTo>
                  <a:pt x="1671493" y="0"/>
                </a:lnTo>
                <a:lnTo>
                  <a:pt x="1671493" y="1230979"/>
                </a:lnTo>
                <a:lnTo>
                  <a:pt x="0" y="1230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019" t="-27376" r="-11152" b="-34231"/>
            </a:stretch>
          </a:blipFill>
        </p:spPr>
      </p:sp>
      <p:sp>
        <p:nvSpPr>
          <p:cNvPr name="Freeform 139" id="139"/>
          <p:cNvSpPr/>
          <p:nvPr/>
        </p:nvSpPr>
        <p:spPr>
          <a:xfrm flipH="false" flipV="false" rot="0">
            <a:off x="5315800" y="8737618"/>
            <a:ext cx="1514048" cy="1009962"/>
          </a:xfrm>
          <a:custGeom>
            <a:avLst/>
            <a:gdLst/>
            <a:ahLst/>
            <a:cxnLst/>
            <a:rect r="r" b="b" t="t" l="l"/>
            <a:pathLst>
              <a:path h="1009962" w="1514048">
                <a:moveTo>
                  <a:pt x="0" y="0"/>
                </a:moveTo>
                <a:lnTo>
                  <a:pt x="1514047" y="0"/>
                </a:lnTo>
                <a:lnTo>
                  <a:pt x="1514047" y="1009962"/>
                </a:lnTo>
                <a:lnTo>
                  <a:pt x="0" y="10099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8307" t="-56021" r="-21999" b="-54313"/>
            </a:stretch>
          </a:blipFill>
        </p:spPr>
      </p:sp>
      <p:sp>
        <p:nvSpPr>
          <p:cNvPr name="TextBox 140" id="140"/>
          <p:cNvSpPr txBox="true"/>
          <p:nvPr/>
        </p:nvSpPr>
        <p:spPr>
          <a:xfrm rot="0">
            <a:off x="5183546" y="8398909"/>
            <a:ext cx="1926669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en-US" b="true" sz="1200" spc="24">
                <a:solidFill>
                  <a:srgbClr val="EB5D30"/>
                </a:solidFill>
                <a:latin typeface="Soleto Bold"/>
                <a:ea typeface="Soleto Bold"/>
                <a:cs typeface="Soleto Bold"/>
                <a:sym typeface="Soleto Bold"/>
              </a:rPr>
              <a:t>Profil 30x30 mm, 2F, lekki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6301781" y="10022636"/>
            <a:ext cx="817959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Soleto"/>
                <a:ea typeface="Soleto"/>
                <a:cs typeface="Soleto"/>
                <a:sym typeface="Soleto"/>
              </a:rPr>
              <a:t>PA-3030-2F-L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DAHOzGH-IrI</dc:identifier>
  <dcterms:modified xsi:type="dcterms:W3CDTF">2011-08-01T06:04:30Z</dcterms:modified>
  <cp:revision>1</cp:revision>
  <dc:title>Jarvis Kopia – Systemy aluminiowe - katalog</dc:title>
</cp:coreProperties>
</file>